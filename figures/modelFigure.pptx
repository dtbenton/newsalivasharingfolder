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12192000" cy="8604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6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E90B0-E6E0-48C7-87DD-71E8FFE3C0C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3013" y="1143000"/>
            <a:ext cx="4371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FAE7D-7BFD-4946-A500-F74EF582D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6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FAE7D-7BFD-4946-A500-F74EF582DB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29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08150"/>
            <a:ext cx="10363200" cy="2995554"/>
          </a:xfrm>
        </p:spPr>
        <p:txBody>
          <a:bodyPr anchor="b"/>
          <a:lstStyle>
            <a:lvl1pPr algn="ctr">
              <a:defRPr sz="7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19224"/>
            <a:ext cx="9144000" cy="2077368"/>
          </a:xfrm>
        </p:spPr>
        <p:txBody>
          <a:bodyPr/>
          <a:lstStyle>
            <a:lvl1pPr marL="0" indent="0" algn="ctr">
              <a:buNone/>
              <a:defRPr sz="3011"/>
            </a:lvl1pPr>
            <a:lvl2pPr marL="573603" indent="0" algn="ctr">
              <a:buNone/>
              <a:defRPr sz="2509"/>
            </a:lvl2pPr>
            <a:lvl3pPr marL="1147206" indent="0" algn="ctr">
              <a:buNone/>
              <a:defRPr sz="2258"/>
            </a:lvl3pPr>
            <a:lvl4pPr marL="1720809" indent="0" algn="ctr">
              <a:buNone/>
              <a:defRPr sz="2007"/>
            </a:lvl4pPr>
            <a:lvl5pPr marL="2294412" indent="0" algn="ctr">
              <a:buNone/>
              <a:defRPr sz="2007"/>
            </a:lvl5pPr>
            <a:lvl6pPr marL="2868016" indent="0" algn="ctr">
              <a:buNone/>
              <a:defRPr sz="2007"/>
            </a:lvl6pPr>
            <a:lvl7pPr marL="3441619" indent="0" algn="ctr">
              <a:buNone/>
              <a:defRPr sz="2007"/>
            </a:lvl7pPr>
            <a:lvl8pPr marL="4015222" indent="0" algn="ctr">
              <a:buNone/>
              <a:defRPr sz="2007"/>
            </a:lvl8pPr>
            <a:lvl9pPr marL="4588825" indent="0" algn="ctr">
              <a:buNone/>
              <a:defRPr sz="20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3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6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145090"/>
            <a:ext cx="10515600" cy="3579128"/>
          </a:xfrm>
        </p:spPr>
        <p:txBody>
          <a:bodyPr anchor="b"/>
          <a:lstStyle>
            <a:lvl1pPr>
              <a:defRPr sz="7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758078"/>
            <a:ext cx="10515600" cy="1882179"/>
          </a:xfrm>
        </p:spPr>
        <p:txBody>
          <a:bodyPr/>
          <a:lstStyle>
            <a:lvl1pPr marL="0" indent="0">
              <a:buNone/>
              <a:defRPr sz="3011">
                <a:solidFill>
                  <a:schemeClr val="tx1">
                    <a:tint val="82000"/>
                  </a:schemeClr>
                </a:solidFill>
              </a:defRPr>
            </a:lvl1pPr>
            <a:lvl2pPr marL="573603" indent="0">
              <a:buNone/>
              <a:defRPr sz="2509">
                <a:solidFill>
                  <a:schemeClr val="tx1">
                    <a:tint val="82000"/>
                  </a:schemeClr>
                </a:solidFill>
              </a:defRPr>
            </a:lvl2pPr>
            <a:lvl3pPr marL="1147206" indent="0">
              <a:buNone/>
              <a:defRPr sz="2258">
                <a:solidFill>
                  <a:schemeClr val="tx1">
                    <a:tint val="82000"/>
                  </a:schemeClr>
                </a:solidFill>
              </a:defRPr>
            </a:lvl3pPr>
            <a:lvl4pPr marL="1720809" indent="0">
              <a:buNone/>
              <a:defRPr sz="2007">
                <a:solidFill>
                  <a:schemeClr val="tx1">
                    <a:tint val="82000"/>
                  </a:schemeClr>
                </a:solidFill>
              </a:defRPr>
            </a:lvl4pPr>
            <a:lvl5pPr marL="2294412" indent="0">
              <a:buNone/>
              <a:defRPr sz="2007">
                <a:solidFill>
                  <a:schemeClr val="tx1">
                    <a:tint val="82000"/>
                  </a:schemeClr>
                </a:solidFill>
              </a:defRPr>
            </a:lvl5pPr>
            <a:lvl6pPr marL="2868016" indent="0">
              <a:buNone/>
              <a:defRPr sz="2007">
                <a:solidFill>
                  <a:schemeClr val="tx1">
                    <a:tint val="82000"/>
                  </a:schemeClr>
                </a:solidFill>
              </a:defRPr>
            </a:lvl6pPr>
            <a:lvl7pPr marL="3441619" indent="0">
              <a:buNone/>
              <a:defRPr sz="2007">
                <a:solidFill>
                  <a:schemeClr val="tx1">
                    <a:tint val="82000"/>
                  </a:schemeClr>
                </a:solidFill>
              </a:defRPr>
            </a:lvl7pPr>
            <a:lvl8pPr marL="4015222" indent="0">
              <a:buNone/>
              <a:defRPr sz="2007">
                <a:solidFill>
                  <a:schemeClr val="tx1">
                    <a:tint val="82000"/>
                  </a:schemeClr>
                </a:solidFill>
              </a:defRPr>
            </a:lvl8pPr>
            <a:lvl9pPr marL="4588825" indent="0">
              <a:buNone/>
              <a:defRPr sz="20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5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290483"/>
            <a:ext cx="5181600" cy="5459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90483"/>
            <a:ext cx="5181600" cy="5459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8098"/>
            <a:ext cx="10515600" cy="16630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109237"/>
            <a:ext cx="5157787" cy="1033704"/>
          </a:xfrm>
        </p:spPr>
        <p:txBody>
          <a:bodyPr anchor="b"/>
          <a:lstStyle>
            <a:lvl1pPr marL="0" indent="0">
              <a:buNone/>
              <a:defRPr sz="3011" b="1"/>
            </a:lvl1pPr>
            <a:lvl2pPr marL="573603" indent="0">
              <a:buNone/>
              <a:defRPr sz="2509" b="1"/>
            </a:lvl2pPr>
            <a:lvl3pPr marL="1147206" indent="0">
              <a:buNone/>
              <a:defRPr sz="2258" b="1"/>
            </a:lvl3pPr>
            <a:lvl4pPr marL="1720809" indent="0">
              <a:buNone/>
              <a:defRPr sz="2007" b="1"/>
            </a:lvl4pPr>
            <a:lvl5pPr marL="2294412" indent="0">
              <a:buNone/>
              <a:defRPr sz="2007" b="1"/>
            </a:lvl5pPr>
            <a:lvl6pPr marL="2868016" indent="0">
              <a:buNone/>
              <a:defRPr sz="2007" b="1"/>
            </a:lvl6pPr>
            <a:lvl7pPr marL="3441619" indent="0">
              <a:buNone/>
              <a:defRPr sz="2007" b="1"/>
            </a:lvl7pPr>
            <a:lvl8pPr marL="4015222" indent="0">
              <a:buNone/>
              <a:defRPr sz="2007" b="1"/>
            </a:lvl8pPr>
            <a:lvl9pPr marL="4588825" indent="0">
              <a:buNone/>
              <a:defRPr sz="20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142941"/>
            <a:ext cx="5157787" cy="46227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109237"/>
            <a:ext cx="5183188" cy="1033704"/>
          </a:xfrm>
        </p:spPr>
        <p:txBody>
          <a:bodyPr anchor="b"/>
          <a:lstStyle>
            <a:lvl1pPr marL="0" indent="0">
              <a:buNone/>
              <a:defRPr sz="3011" b="1"/>
            </a:lvl1pPr>
            <a:lvl2pPr marL="573603" indent="0">
              <a:buNone/>
              <a:defRPr sz="2509" b="1"/>
            </a:lvl2pPr>
            <a:lvl3pPr marL="1147206" indent="0">
              <a:buNone/>
              <a:defRPr sz="2258" b="1"/>
            </a:lvl3pPr>
            <a:lvl4pPr marL="1720809" indent="0">
              <a:buNone/>
              <a:defRPr sz="2007" b="1"/>
            </a:lvl4pPr>
            <a:lvl5pPr marL="2294412" indent="0">
              <a:buNone/>
              <a:defRPr sz="2007" b="1"/>
            </a:lvl5pPr>
            <a:lvl6pPr marL="2868016" indent="0">
              <a:buNone/>
              <a:defRPr sz="2007" b="1"/>
            </a:lvl6pPr>
            <a:lvl7pPr marL="3441619" indent="0">
              <a:buNone/>
              <a:defRPr sz="2007" b="1"/>
            </a:lvl7pPr>
            <a:lvl8pPr marL="4015222" indent="0">
              <a:buNone/>
              <a:defRPr sz="2007" b="1"/>
            </a:lvl8pPr>
            <a:lvl9pPr marL="4588825" indent="0">
              <a:buNone/>
              <a:defRPr sz="20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142941"/>
            <a:ext cx="5183188" cy="46227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5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4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3617"/>
            <a:ext cx="3932237" cy="2007658"/>
          </a:xfrm>
        </p:spPr>
        <p:txBody>
          <a:bodyPr anchor="b"/>
          <a:lstStyle>
            <a:lvl1pPr>
              <a:defRPr sz="40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38855"/>
            <a:ext cx="6172200" cy="6114594"/>
          </a:xfrm>
        </p:spPr>
        <p:txBody>
          <a:bodyPr/>
          <a:lstStyle>
            <a:lvl1pPr>
              <a:defRPr sz="4015"/>
            </a:lvl1pPr>
            <a:lvl2pPr>
              <a:defRPr sz="3513"/>
            </a:lvl2pPr>
            <a:lvl3pPr>
              <a:defRPr sz="3011"/>
            </a:lvl3pPr>
            <a:lvl4pPr>
              <a:defRPr sz="2509"/>
            </a:lvl4pPr>
            <a:lvl5pPr>
              <a:defRPr sz="2509"/>
            </a:lvl5pPr>
            <a:lvl6pPr>
              <a:defRPr sz="2509"/>
            </a:lvl6pPr>
            <a:lvl7pPr>
              <a:defRPr sz="2509"/>
            </a:lvl7pPr>
            <a:lvl8pPr>
              <a:defRPr sz="2509"/>
            </a:lvl8pPr>
            <a:lvl9pPr>
              <a:defRPr sz="25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4782131"/>
          </a:xfrm>
        </p:spPr>
        <p:txBody>
          <a:bodyPr/>
          <a:lstStyle>
            <a:lvl1pPr marL="0" indent="0">
              <a:buNone/>
              <a:defRPr sz="2007"/>
            </a:lvl1pPr>
            <a:lvl2pPr marL="573603" indent="0">
              <a:buNone/>
              <a:defRPr sz="1756"/>
            </a:lvl2pPr>
            <a:lvl3pPr marL="1147206" indent="0">
              <a:buNone/>
              <a:defRPr sz="1506"/>
            </a:lvl3pPr>
            <a:lvl4pPr marL="1720809" indent="0">
              <a:buNone/>
              <a:defRPr sz="1255"/>
            </a:lvl4pPr>
            <a:lvl5pPr marL="2294412" indent="0">
              <a:buNone/>
              <a:defRPr sz="1255"/>
            </a:lvl5pPr>
            <a:lvl6pPr marL="2868016" indent="0">
              <a:buNone/>
              <a:defRPr sz="1255"/>
            </a:lvl6pPr>
            <a:lvl7pPr marL="3441619" indent="0">
              <a:buNone/>
              <a:defRPr sz="1255"/>
            </a:lvl7pPr>
            <a:lvl8pPr marL="4015222" indent="0">
              <a:buNone/>
              <a:defRPr sz="1255"/>
            </a:lvl8pPr>
            <a:lvl9pPr marL="4588825" indent="0">
              <a:buNone/>
              <a:defRPr sz="12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8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3617"/>
            <a:ext cx="3932237" cy="2007658"/>
          </a:xfrm>
        </p:spPr>
        <p:txBody>
          <a:bodyPr anchor="b"/>
          <a:lstStyle>
            <a:lvl1pPr>
              <a:defRPr sz="40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38855"/>
            <a:ext cx="6172200" cy="6114594"/>
          </a:xfrm>
        </p:spPr>
        <p:txBody>
          <a:bodyPr anchor="t"/>
          <a:lstStyle>
            <a:lvl1pPr marL="0" indent="0">
              <a:buNone/>
              <a:defRPr sz="4015"/>
            </a:lvl1pPr>
            <a:lvl2pPr marL="573603" indent="0">
              <a:buNone/>
              <a:defRPr sz="3513"/>
            </a:lvl2pPr>
            <a:lvl3pPr marL="1147206" indent="0">
              <a:buNone/>
              <a:defRPr sz="3011"/>
            </a:lvl3pPr>
            <a:lvl4pPr marL="1720809" indent="0">
              <a:buNone/>
              <a:defRPr sz="2509"/>
            </a:lvl4pPr>
            <a:lvl5pPr marL="2294412" indent="0">
              <a:buNone/>
              <a:defRPr sz="2509"/>
            </a:lvl5pPr>
            <a:lvl6pPr marL="2868016" indent="0">
              <a:buNone/>
              <a:defRPr sz="2509"/>
            </a:lvl6pPr>
            <a:lvl7pPr marL="3441619" indent="0">
              <a:buNone/>
              <a:defRPr sz="2509"/>
            </a:lvl7pPr>
            <a:lvl8pPr marL="4015222" indent="0">
              <a:buNone/>
              <a:defRPr sz="2509"/>
            </a:lvl8pPr>
            <a:lvl9pPr marL="4588825" indent="0">
              <a:buNone/>
              <a:defRPr sz="25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4782131"/>
          </a:xfrm>
        </p:spPr>
        <p:txBody>
          <a:bodyPr/>
          <a:lstStyle>
            <a:lvl1pPr marL="0" indent="0">
              <a:buNone/>
              <a:defRPr sz="2007"/>
            </a:lvl1pPr>
            <a:lvl2pPr marL="573603" indent="0">
              <a:buNone/>
              <a:defRPr sz="1756"/>
            </a:lvl2pPr>
            <a:lvl3pPr marL="1147206" indent="0">
              <a:buNone/>
              <a:defRPr sz="1506"/>
            </a:lvl3pPr>
            <a:lvl4pPr marL="1720809" indent="0">
              <a:buNone/>
              <a:defRPr sz="1255"/>
            </a:lvl4pPr>
            <a:lvl5pPr marL="2294412" indent="0">
              <a:buNone/>
              <a:defRPr sz="1255"/>
            </a:lvl5pPr>
            <a:lvl6pPr marL="2868016" indent="0">
              <a:buNone/>
              <a:defRPr sz="1255"/>
            </a:lvl6pPr>
            <a:lvl7pPr marL="3441619" indent="0">
              <a:buNone/>
              <a:defRPr sz="1255"/>
            </a:lvl7pPr>
            <a:lvl8pPr marL="4015222" indent="0">
              <a:buNone/>
              <a:defRPr sz="1255"/>
            </a:lvl8pPr>
            <a:lvl9pPr marL="4588825" indent="0">
              <a:buNone/>
              <a:defRPr sz="12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9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9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58097"/>
            <a:ext cx="2628900" cy="72917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58097"/>
            <a:ext cx="7734300" cy="72917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50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8098"/>
            <a:ext cx="10515600" cy="1663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90483"/>
            <a:ext cx="10515600" cy="5459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974867"/>
            <a:ext cx="2743200" cy="458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D9952B-1EB5-4BE6-90C4-5F49F0D91373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974867"/>
            <a:ext cx="4114800" cy="458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974867"/>
            <a:ext cx="2743200" cy="458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7D924-61BB-4F10-96BB-04DF73DE0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0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47206" rtl="0" eaLnBrk="1" latinLnBrk="0" hangingPunct="1">
        <a:lnSpc>
          <a:spcPct val="90000"/>
        </a:lnSpc>
        <a:spcBef>
          <a:spcPct val="0"/>
        </a:spcBef>
        <a:buNone/>
        <a:defRPr sz="5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6802" indent="-286802" algn="l" defTabSz="1147206" rtl="0" eaLnBrk="1" latinLnBrk="0" hangingPunct="1">
        <a:lnSpc>
          <a:spcPct val="90000"/>
        </a:lnSpc>
        <a:spcBef>
          <a:spcPts val="1255"/>
        </a:spcBef>
        <a:buFont typeface="Arial" panose="020B0604020202020204" pitchFamily="34" charset="0"/>
        <a:buChar char="•"/>
        <a:defRPr sz="3513" kern="1200">
          <a:solidFill>
            <a:schemeClr val="tx1"/>
          </a:solidFill>
          <a:latin typeface="+mn-lt"/>
          <a:ea typeface="+mn-ea"/>
          <a:cs typeface="+mn-cs"/>
        </a:defRPr>
      </a:lvl1pPr>
      <a:lvl2pPr marL="860405" indent="-286802" algn="l" defTabSz="1147206" rtl="0" eaLnBrk="1" latinLnBrk="0" hangingPunct="1">
        <a:lnSpc>
          <a:spcPct val="90000"/>
        </a:lnSpc>
        <a:spcBef>
          <a:spcPts val="627"/>
        </a:spcBef>
        <a:buFont typeface="Arial" panose="020B0604020202020204" pitchFamily="34" charset="0"/>
        <a:buChar char="•"/>
        <a:defRPr sz="3011" kern="1200">
          <a:solidFill>
            <a:schemeClr val="tx1"/>
          </a:solidFill>
          <a:latin typeface="+mn-lt"/>
          <a:ea typeface="+mn-ea"/>
          <a:cs typeface="+mn-cs"/>
        </a:defRPr>
      </a:lvl2pPr>
      <a:lvl3pPr marL="1434008" indent="-286802" algn="l" defTabSz="1147206" rtl="0" eaLnBrk="1" latinLnBrk="0" hangingPunct="1">
        <a:lnSpc>
          <a:spcPct val="90000"/>
        </a:lnSpc>
        <a:spcBef>
          <a:spcPts val="627"/>
        </a:spcBef>
        <a:buFont typeface="Arial" panose="020B0604020202020204" pitchFamily="34" charset="0"/>
        <a:buChar char="•"/>
        <a:defRPr sz="2509" kern="1200">
          <a:solidFill>
            <a:schemeClr val="tx1"/>
          </a:solidFill>
          <a:latin typeface="+mn-lt"/>
          <a:ea typeface="+mn-ea"/>
          <a:cs typeface="+mn-cs"/>
        </a:defRPr>
      </a:lvl3pPr>
      <a:lvl4pPr marL="2007611" indent="-286802" algn="l" defTabSz="1147206" rtl="0" eaLnBrk="1" latinLnBrk="0" hangingPunct="1">
        <a:lnSpc>
          <a:spcPct val="90000"/>
        </a:lnSpc>
        <a:spcBef>
          <a:spcPts val="627"/>
        </a:spcBef>
        <a:buFont typeface="Arial" panose="020B0604020202020204" pitchFamily="34" charset="0"/>
        <a:buChar char="•"/>
        <a:defRPr sz="2258" kern="1200">
          <a:solidFill>
            <a:schemeClr val="tx1"/>
          </a:solidFill>
          <a:latin typeface="+mn-lt"/>
          <a:ea typeface="+mn-ea"/>
          <a:cs typeface="+mn-cs"/>
        </a:defRPr>
      </a:lvl4pPr>
      <a:lvl5pPr marL="2581214" indent="-286802" algn="l" defTabSz="1147206" rtl="0" eaLnBrk="1" latinLnBrk="0" hangingPunct="1">
        <a:lnSpc>
          <a:spcPct val="90000"/>
        </a:lnSpc>
        <a:spcBef>
          <a:spcPts val="627"/>
        </a:spcBef>
        <a:buFont typeface="Arial" panose="020B0604020202020204" pitchFamily="34" charset="0"/>
        <a:buChar char="•"/>
        <a:defRPr sz="2258" kern="1200">
          <a:solidFill>
            <a:schemeClr val="tx1"/>
          </a:solidFill>
          <a:latin typeface="+mn-lt"/>
          <a:ea typeface="+mn-ea"/>
          <a:cs typeface="+mn-cs"/>
        </a:defRPr>
      </a:lvl5pPr>
      <a:lvl6pPr marL="3154817" indent="-286802" algn="l" defTabSz="1147206" rtl="0" eaLnBrk="1" latinLnBrk="0" hangingPunct="1">
        <a:lnSpc>
          <a:spcPct val="90000"/>
        </a:lnSpc>
        <a:spcBef>
          <a:spcPts val="627"/>
        </a:spcBef>
        <a:buFont typeface="Arial" panose="020B0604020202020204" pitchFamily="34" charset="0"/>
        <a:buChar char="•"/>
        <a:defRPr sz="2258" kern="1200">
          <a:solidFill>
            <a:schemeClr val="tx1"/>
          </a:solidFill>
          <a:latin typeface="+mn-lt"/>
          <a:ea typeface="+mn-ea"/>
          <a:cs typeface="+mn-cs"/>
        </a:defRPr>
      </a:lvl6pPr>
      <a:lvl7pPr marL="3728420" indent="-286802" algn="l" defTabSz="1147206" rtl="0" eaLnBrk="1" latinLnBrk="0" hangingPunct="1">
        <a:lnSpc>
          <a:spcPct val="90000"/>
        </a:lnSpc>
        <a:spcBef>
          <a:spcPts val="627"/>
        </a:spcBef>
        <a:buFont typeface="Arial" panose="020B0604020202020204" pitchFamily="34" charset="0"/>
        <a:buChar char="•"/>
        <a:defRPr sz="2258" kern="1200">
          <a:solidFill>
            <a:schemeClr val="tx1"/>
          </a:solidFill>
          <a:latin typeface="+mn-lt"/>
          <a:ea typeface="+mn-ea"/>
          <a:cs typeface="+mn-cs"/>
        </a:defRPr>
      </a:lvl7pPr>
      <a:lvl8pPr marL="4302023" indent="-286802" algn="l" defTabSz="1147206" rtl="0" eaLnBrk="1" latinLnBrk="0" hangingPunct="1">
        <a:lnSpc>
          <a:spcPct val="90000"/>
        </a:lnSpc>
        <a:spcBef>
          <a:spcPts val="627"/>
        </a:spcBef>
        <a:buFont typeface="Arial" panose="020B0604020202020204" pitchFamily="34" charset="0"/>
        <a:buChar char="•"/>
        <a:defRPr sz="2258" kern="1200">
          <a:solidFill>
            <a:schemeClr val="tx1"/>
          </a:solidFill>
          <a:latin typeface="+mn-lt"/>
          <a:ea typeface="+mn-ea"/>
          <a:cs typeface="+mn-cs"/>
        </a:defRPr>
      </a:lvl8pPr>
      <a:lvl9pPr marL="4875627" indent="-286802" algn="l" defTabSz="1147206" rtl="0" eaLnBrk="1" latinLnBrk="0" hangingPunct="1">
        <a:lnSpc>
          <a:spcPct val="90000"/>
        </a:lnSpc>
        <a:spcBef>
          <a:spcPts val="627"/>
        </a:spcBef>
        <a:buFont typeface="Arial" panose="020B0604020202020204" pitchFamily="34" charset="0"/>
        <a:buChar char="•"/>
        <a:defRPr sz="22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7206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1pPr>
      <a:lvl2pPr marL="573603" algn="l" defTabSz="1147206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2pPr>
      <a:lvl3pPr marL="1147206" algn="l" defTabSz="1147206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3pPr>
      <a:lvl4pPr marL="1720809" algn="l" defTabSz="1147206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4pPr>
      <a:lvl5pPr marL="2294412" algn="l" defTabSz="1147206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5pPr>
      <a:lvl6pPr marL="2868016" algn="l" defTabSz="1147206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6pPr>
      <a:lvl7pPr marL="3441619" algn="l" defTabSz="1147206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7pPr>
      <a:lvl8pPr marL="4015222" algn="l" defTabSz="1147206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8pPr>
      <a:lvl9pPr marL="4588825" algn="l" defTabSz="1147206" rtl="0" eaLnBrk="1" latinLnBrk="0" hangingPunct="1">
        <a:defRPr sz="22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33B5ED-5B8D-D0FC-723C-386BF3E2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281" y="135304"/>
            <a:ext cx="2552700" cy="1800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30725B-9207-D3A6-113F-ECC8FAA9A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446" y="135305"/>
            <a:ext cx="2581275" cy="1876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940939-D031-FDE4-C48D-319CDE598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561" y="6630019"/>
            <a:ext cx="2638425" cy="1828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A2A3B91-8554-78EB-864D-E895BAFF3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617" y="6616509"/>
            <a:ext cx="2600325" cy="18383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5DECDB9-E5B8-EEB0-1533-EE2CF1C6C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3554" y="3181787"/>
            <a:ext cx="2562225" cy="9048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0C86957-97F3-7BEC-EFBE-E4CA8C029844}"/>
              </a:ext>
            </a:extLst>
          </p:cNvPr>
          <p:cNvSpPr txBox="1"/>
          <p:nvPr/>
        </p:nvSpPr>
        <p:spPr>
          <a:xfrm>
            <a:off x="1350633" y="5540350"/>
            <a:ext cx="1004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sharer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537309C-C1DC-8878-39B2-C35E4CDAFD42}"/>
              </a:ext>
            </a:extLst>
          </p:cNvPr>
          <p:cNvCxnSpPr>
            <a:cxnSpLocks/>
            <a:endCxn id="53" idx="2"/>
          </p:cNvCxnSpPr>
          <p:nvPr/>
        </p:nvCxnSpPr>
        <p:spPr>
          <a:xfrm flipH="1" flipV="1">
            <a:off x="1852886" y="5817349"/>
            <a:ext cx="483914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4B1C96A-3E7C-1756-98D1-F08EB2E700A9}"/>
              </a:ext>
            </a:extLst>
          </p:cNvPr>
          <p:cNvSpPr txBox="1"/>
          <p:nvPr/>
        </p:nvSpPr>
        <p:spPr>
          <a:xfrm>
            <a:off x="2291671" y="5544986"/>
            <a:ext cx="1294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Non-saliva sharer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7E85AA-93DF-1A8F-0BE7-7C0BADE2FC4F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2611220" y="5821985"/>
            <a:ext cx="327776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CBBDA27-7E05-4024-BFB2-F680C4CB8A02}"/>
              </a:ext>
            </a:extLst>
          </p:cNvPr>
          <p:cNvSpPr txBox="1"/>
          <p:nvPr/>
        </p:nvSpPr>
        <p:spPr>
          <a:xfrm>
            <a:off x="1435024" y="6294776"/>
            <a:ext cx="2056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Sharing Left Identity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5169B01-1298-DAD7-60E4-77FA21A6D4DD}"/>
              </a:ext>
            </a:extLst>
          </p:cNvPr>
          <p:cNvSpPr txBox="1"/>
          <p:nvPr/>
        </p:nvSpPr>
        <p:spPr>
          <a:xfrm>
            <a:off x="4136384" y="6268069"/>
            <a:ext cx="18646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Comforting Left Identity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9E5561-42E9-38DC-7361-00D5FBDB2A2E}"/>
              </a:ext>
            </a:extLst>
          </p:cNvPr>
          <p:cNvSpPr txBox="1"/>
          <p:nvPr/>
        </p:nvSpPr>
        <p:spPr>
          <a:xfrm>
            <a:off x="3682028" y="5535714"/>
            <a:ext cx="1004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sharer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65668D3-C1C6-9F53-95BB-329804850609}"/>
              </a:ext>
            </a:extLst>
          </p:cNvPr>
          <p:cNvCxnSpPr>
            <a:cxnSpLocks/>
            <a:endCxn id="59" idx="2"/>
          </p:cNvCxnSpPr>
          <p:nvPr/>
        </p:nvCxnSpPr>
        <p:spPr>
          <a:xfrm flipH="1" flipV="1">
            <a:off x="4184281" y="5812713"/>
            <a:ext cx="483914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AD6B041-965E-8B9D-E7F9-58A0C0763961}"/>
              </a:ext>
            </a:extLst>
          </p:cNvPr>
          <p:cNvSpPr txBox="1"/>
          <p:nvPr/>
        </p:nvSpPr>
        <p:spPr>
          <a:xfrm>
            <a:off x="4623066" y="5540350"/>
            <a:ext cx="1294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Non-saliva sharer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E6511F9-1428-36FA-5B9E-F0269631317F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4942615" y="5817349"/>
            <a:ext cx="327776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816A977C-D69B-83E0-7A08-F90A537647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71" y="5980188"/>
            <a:ext cx="695325" cy="36195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295D810-3C13-3631-FCB3-8E8C64E06D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4775" y="6028616"/>
            <a:ext cx="571500" cy="32385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2AF5B132-1E56-9768-925F-5547D4F07555}"/>
              </a:ext>
            </a:extLst>
          </p:cNvPr>
          <p:cNvSpPr txBox="1"/>
          <p:nvPr/>
        </p:nvSpPr>
        <p:spPr>
          <a:xfrm>
            <a:off x="6501829" y="5509219"/>
            <a:ext cx="1004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sharer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A8EFE43-0222-7351-E389-C4F53EA04EC1}"/>
              </a:ext>
            </a:extLst>
          </p:cNvPr>
          <p:cNvCxnSpPr>
            <a:cxnSpLocks/>
            <a:endCxn id="65" idx="2"/>
          </p:cNvCxnSpPr>
          <p:nvPr/>
        </p:nvCxnSpPr>
        <p:spPr>
          <a:xfrm flipH="1" flipV="1">
            <a:off x="7004082" y="5786218"/>
            <a:ext cx="483914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BC76C10-F427-9BCF-0C60-1635510A87F0}"/>
              </a:ext>
            </a:extLst>
          </p:cNvPr>
          <p:cNvSpPr txBox="1"/>
          <p:nvPr/>
        </p:nvSpPr>
        <p:spPr>
          <a:xfrm>
            <a:off x="7442867" y="5513855"/>
            <a:ext cx="1294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Non-saliva sharer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FCC24A3-41AE-C548-5D16-A63ADDA9D7CD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7762416" y="5790854"/>
            <a:ext cx="327776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D1CE2D3-AB0E-9D26-248A-FB249ABC0379}"/>
              </a:ext>
            </a:extLst>
          </p:cNvPr>
          <p:cNvSpPr txBox="1"/>
          <p:nvPr/>
        </p:nvSpPr>
        <p:spPr>
          <a:xfrm>
            <a:off x="6613810" y="6275120"/>
            <a:ext cx="2149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Sharing Right Identity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918AA9-A96C-A197-17E6-6387360AC4A4}"/>
              </a:ext>
            </a:extLst>
          </p:cNvPr>
          <p:cNvSpPr txBox="1"/>
          <p:nvPr/>
        </p:nvSpPr>
        <p:spPr>
          <a:xfrm>
            <a:off x="9287580" y="6236938"/>
            <a:ext cx="1957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Comforting Right Identity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1B08A6-8A41-C428-747B-D5FE0C90C916}"/>
              </a:ext>
            </a:extLst>
          </p:cNvPr>
          <p:cNvSpPr txBox="1"/>
          <p:nvPr/>
        </p:nvSpPr>
        <p:spPr>
          <a:xfrm>
            <a:off x="8833224" y="5504583"/>
            <a:ext cx="1004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sharer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85E4224-A022-A060-FF22-F7B932CCC5F8}"/>
              </a:ext>
            </a:extLst>
          </p:cNvPr>
          <p:cNvCxnSpPr>
            <a:cxnSpLocks/>
            <a:endCxn id="71" idx="2"/>
          </p:cNvCxnSpPr>
          <p:nvPr/>
        </p:nvCxnSpPr>
        <p:spPr>
          <a:xfrm flipH="1" flipV="1">
            <a:off x="9335477" y="5781582"/>
            <a:ext cx="483914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8F40D4B-A780-6594-CDCF-7E236EB68AE8}"/>
              </a:ext>
            </a:extLst>
          </p:cNvPr>
          <p:cNvSpPr txBox="1"/>
          <p:nvPr/>
        </p:nvSpPr>
        <p:spPr>
          <a:xfrm>
            <a:off x="9774262" y="5509219"/>
            <a:ext cx="1294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Non-saliva sharer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A016742-11F8-B90F-1EF0-1BD191CDFDA1}"/>
              </a:ext>
            </a:extLst>
          </p:cNvPr>
          <p:cNvCxnSpPr>
            <a:cxnSpLocks/>
            <a:endCxn id="73" idx="2"/>
          </p:cNvCxnSpPr>
          <p:nvPr/>
        </p:nvCxnSpPr>
        <p:spPr>
          <a:xfrm flipV="1">
            <a:off x="10093811" y="5786218"/>
            <a:ext cx="327776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0BA44B3D-8DD9-1081-A4BE-E9D0F0EC87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0367" y="5949057"/>
            <a:ext cx="695325" cy="36195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BFA6AFDC-52ED-23B8-F6F3-30B5269AF0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5971" y="5997485"/>
            <a:ext cx="571500" cy="32385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C90D4495-3C34-A958-8FEC-8AAE88C5FB31}"/>
              </a:ext>
            </a:extLst>
          </p:cNvPr>
          <p:cNvSpPr txBox="1"/>
          <p:nvPr/>
        </p:nvSpPr>
        <p:spPr>
          <a:xfrm>
            <a:off x="3356571" y="5178809"/>
            <a:ext cx="1420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Comforting Action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CECE98-B7B2-E711-0CCC-69049A94DE5A}"/>
              </a:ext>
            </a:extLst>
          </p:cNvPr>
          <p:cNvSpPr txBox="1"/>
          <p:nvPr/>
        </p:nvSpPr>
        <p:spPr>
          <a:xfrm>
            <a:off x="5824624" y="5195688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Distressed Action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0232A2-64DF-8A71-6874-50975317EB6F}"/>
              </a:ext>
            </a:extLst>
          </p:cNvPr>
          <p:cNvSpPr txBox="1"/>
          <p:nvPr/>
        </p:nvSpPr>
        <p:spPr>
          <a:xfrm>
            <a:off x="8053619" y="5187918"/>
            <a:ext cx="1612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Sharing Action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1711C4-A0A0-A4F7-9CB1-1DDA7EA5930B}"/>
              </a:ext>
            </a:extLst>
          </p:cNvPr>
          <p:cNvSpPr txBox="1"/>
          <p:nvPr/>
        </p:nvSpPr>
        <p:spPr>
          <a:xfrm>
            <a:off x="2787284" y="4510053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sharing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A38E21D-5952-7374-A38C-0A2544F985C8}"/>
              </a:ext>
            </a:extLst>
          </p:cNvPr>
          <p:cNvCxnSpPr>
            <a:cxnSpLocks/>
            <a:endCxn id="80" idx="2"/>
          </p:cNvCxnSpPr>
          <p:nvPr/>
        </p:nvCxnSpPr>
        <p:spPr>
          <a:xfrm flipH="1" flipV="1">
            <a:off x="3326855" y="4787052"/>
            <a:ext cx="446596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DAC1F92B-C7F6-2CF0-D638-F5B190F924BB}"/>
              </a:ext>
            </a:extLst>
          </p:cNvPr>
          <p:cNvSpPr txBox="1"/>
          <p:nvPr/>
        </p:nvSpPr>
        <p:spPr>
          <a:xfrm>
            <a:off x="3850396" y="4510053"/>
            <a:ext cx="1369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Non-saliva sharing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6BE4945-66A8-E96E-0732-5F9DA3686D6F}"/>
              </a:ext>
            </a:extLst>
          </p:cNvPr>
          <p:cNvCxnSpPr>
            <a:cxnSpLocks/>
          </p:cNvCxnSpPr>
          <p:nvPr/>
        </p:nvCxnSpPr>
        <p:spPr>
          <a:xfrm flipV="1">
            <a:off x="4111807" y="4798888"/>
            <a:ext cx="357079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2E1991A-9830-61A1-3A17-8CB09067F681}"/>
              </a:ext>
            </a:extLst>
          </p:cNvPr>
          <p:cNvSpPr txBox="1"/>
          <p:nvPr/>
        </p:nvSpPr>
        <p:spPr>
          <a:xfrm>
            <a:off x="5360746" y="4493639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Distressed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558C473-CA7D-ADA2-7625-9C28E6CA34DE}"/>
              </a:ext>
            </a:extLst>
          </p:cNvPr>
          <p:cNvCxnSpPr>
            <a:cxnSpLocks/>
            <a:endCxn id="84" idx="2"/>
          </p:cNvCxnSpPr>
          <p:nvPr/>
        </p:nvCxnSpPr>
        <p:spPr>
          <a:xfrm flipH="1" flipV="1">
            <a:off x="5773680" y="4770638"/>
            <a:ext cx="573233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43A89CC-6BB8-83E0-3CF4-515F74BA97BE}"/>
              </a:ext>
            </a:extLst>
          </p:cNvPr>
          <p:cNvSpPr txBox="1"/>
          <p:nvPr/>
        </p:nvSpPr>
        <p:spPr>
          <a:xfrm>
            <a:off x="6423858" y="4493639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Non-distressed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B8CB901-8FE9-BA16-70D1-177A342E44B9}"/>
              </a:ext>
            </a:extLst>
          </p:cNvPr>
          <p:cNvCxnSpPr>
            <a:cxnSpLocks/>
          </p:cNvCxnSpPr>
          <p:nvPr/>
        </p:nvCxnSpPr>
        <p:spPr>
          <a:xfrm flipV="1">
            <a:off x="6609066" y="4782474"/>
            <a:ext cx="357079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0FA7D6E-3AB1-37CC-9A36-A37E02A910AD}"/>
              </a:ext>
            </a:extLst>
          </p:cNvPr>
          <p:cNvSpPr txBox="1"/>
          <p:nvPr/>
        </p:nvSpPr>
        <p:spPr>
          <a:xfrm>
            <a:off x="7700646" y="4493639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sharing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E0A63EF-B294-2734-10A9-3659BDBE6B48}"/>
              </a:ext>
            </a:extLst>
          </p:cNvPr>
          <p:cNvCxnSpPr>
            <a:cxnSpLocks/>
            <a:endCxn id="88" idx="2"/>
          </p:cNvCxnSpPr>
          <p:nvPr/>
        </p:nvCxnSpPr>
        <p:spPr>
          <a:xfrm flipH="1" flipV="1">
            <a:off x="8240217" y="4770638"/>
            <a:ext cx="446596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EC31F37-3477-6074-37CB-03B57D15A812}"/>
              </a:ext>
            </a:extLst>
          </p:cNvPr>
          <p:cNvSpPr txBox="1"/>
          <p:nvPr/>
        </p:nvSpPr>
        <p:spPr>
          <a:xfrm>
            <a:off x="8763758" y="4493639"/>
            <a:ext cx="1369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Non-saliva sharing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6BCB1B2-AB80-B637-1011-FA16E38D1B69}"/>
              </a:ext>
            </a:extLst>
          </p:cNvPr>
          <p:cNvCxnSpPr>
            <a:cxnSpLocks/>
          </p:cNvCxnSpPr>
          <p:nvPr/>
        </p:nvCxnSpPr>
        <p:spPr>
          <a:xfrm flipV="1">
            <a:off x="9025169" y="4782474"/>
            <a:ext cx="357079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6ED0D016-219E-4CFF-907A-1CCBFA03E0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5880" y="4969570"/>
            <a:ext cx="533400" cy="26670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40C75610-C834-FC14-833F-7BE254747E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3627" y="4954016"/>
            <a:ext cx="533400" cy="2667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A4F3EBF1-8AF5-3692-FA27-D097629789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4421" y="4963524"/>
            <a:ext cx="514350" cy="257175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1C76611C-70C4-A501-76B4-DF64112B8562}"/>
              </a:ext>
            </a:extLst>
          </p:cNvPr>
          <p:cNvSpPr txBox="1"/>
          <p:nvPr/>
        </p:nvSpPr>
        <p:spPr>
          <a:xfrm>
            <a:off x="3644371" y="8177835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Left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B08FECA-1454-E580-753B-E1282781ABB7}"/>
              </a:ext>
            </a:extLst>
          </p:cNvPr>
          <p:cNvSpPr txBox="1"/>
          <p:nvPr/>
        </p:nvSpPr>
        <p:spPr>
          <a:xfrm>
            <a:off x="8752410" y="8177834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Right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0292DC56-71DA-3999-22F9-444B5D53E9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3214" y="1997088"/>
            <a:ext cx="523875" cy="27622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67726BD9-BC3C-89FE-BB7B-D44F4280D2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0504" y="1987562"/>
            <a:ext cx="523875" cy="29527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1D73B5B9-3396-3177-4559-E53D37A9B6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2568" y="2020127"/>
            <a:ext cx="533400" cy="29527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159D746F-787F-6695-2995-7C45EB679AB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28736" y="2024889"/>
            <a:ext cx="542925" cy="28575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F610E111-BF60-3DFC-CE0C-772752EBE6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26534" y="2488350"/>
            <a:ext cx="561975" cy="295275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F29E1C92-65E5-E733-6D24-AD0250F9719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6527" y="2451762"/>
            <a:ext cx="542925" cy="314325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8B545E54-77B5-6840-EA52-9546AEAA60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4418" y="2438724"/>
            <a:ext cx="514350" cy="295275"/>
          </a:xfrm>
          <a:prstGeom prst="rect">
            <a:avLst/>
          </a:prstGeom>
        </p:spPr>
      </p:pic>
      <p:sp>
        <p:nvSpPr>
          <p:cNvPr id="116" name="Rectangle 115">
            <a:extLst>
              <a:ext uri="{FF2B5EF4-FFF2-40B4-BE49-F238E27FC236}">
                <a16:creationId xmlns:a16="http://schemas.microsoft.com/office/drawing/2014/main" id="{A9F40087-A380-30EE-B166-4A0239F998F6}"/>
              </a:ext>
            </a:extLst>
          </p:cNvPr>
          <p:cNvSpPr/>
          <p:nvPr/>
        </p:nvSpPr>
        <p:spPr>
          <a:xfrm>
            <a:off x="1659467" y="102182"/>
            <a:ext cx="8616225" cy="272685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21AEF70-EC2D-094F-1C2D-6B11C8EE020E}"/>
              </a:ext>
            </a:extLst>
          </p:cNvPr>
          <p:cNvSpPr/>
          <p:nvPr/>
        </p:nvSpPr>
        <p:spPr>
          <a:xfrm>
            <a:off x="1215675" y="4490363"/>
            <a:ext cx="10118369" cy="3978581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96F844A-1AC5-D640-4DD5-D36144AE0F70}"/>
              </a:ext>
            </a:extLst>
          </p:cNvPr>
          <p:cNvCxnSpPr>
            <a:cxnSpLocks/>
          </p:cNvCxnSpPr>
          <p:nvPr/>
        </p:nvCxnSpPr>
        <p:spPr>
          <a:xfrm flipV="1">
            <a:off x="6037485" y="3979817"/>
            <a:ext cx="0" cy="5105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25BF72F-1929-54B7-FA8F-4A5C3CE9DBAD}"/>
              </a:ext>
            </a:extLst>
          </p:cNvPr>
          <p:cNvCxnSpPr>
            <a:cxnSpLocks/>
          </p:cNvCxnSpPr>
          <p:nvPr/>
        </p:nvCxnSpPr>
        <p:spPr>
          <a:xfrm flipV="1">
            <a:off x="6025265" y="2892076"/>
            <a:ext cx="0" cy="3419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0332935-61BC-EDD7-CC67-8E0798AA31C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29679" y="6948769"/>
            <a:ext cx="1276350" cy="285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1A0E2E-C1F5-6933-33C3-28B137EFF85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20408" y="1511373"/>
            <a:ext cx="1247775" cy="27622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4DF1D6-8910-D128-F373-AE371DFFFBD6}"/>
              </a:ext>
            </a:extLst>
          </p:cNvPr>
          <p:cNvCxnSpPr>
            <a:cxnSpLocks/>
          </p:cNvCxnSpPr>
          <p:nvPr/>
        </p:nvCxnSpPr>
        <p:spPr>
          <a:xfrm flipV="1">
            <a:off x="5857871" y="6786590"/>
            <a:ext cx="357079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ADE19DB-3280-60EE-FE23-49FD0E65F60B}"/>
              </a:ext>
            </a:extLst>
          </p:cNvPr>
          <p:cNvSpPr txBox="1"/>
          <p:nvPr/>
        </p:nvSpPr>
        <p:spPr>
          <a:xfrm>
            <a:off x="5797901" y="6545068"/>
            <a:ext cx="930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item 1</a:t>
            </a:r>
          </a:p>
        </p:txBody>
      </p:sp>
    </p:spTree>
    <p:extLst>
      <p:ext uri="{BB962C8B-B14F-4D97-AF65-F5344CB8AC3E}">
        <p14:creationId xmlns:p14="http://schemas.microsoft.com/office/powerpoint/2010/main" val="116260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A0ED5-005A-9116-8BE3-E87029D6D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E1264A-CB9E-B5E5-7477-D35E0C1EC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281" y="135304"/>
            <a:ext cx="2552700" cy="1800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1D20D6-CDA8-3BD7-F685-D9CC4ADE3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446" y="135305"/>
            <a:ext cx="2581275" cy="1876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EEC0E4-B386-BDC4-3218-DC20F0447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561" y="6630019"/>
            <a:ext cx="2638425" cy="1828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27081A-6964-D034-89CD-F67C5CFF23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1617" y="6616509"/>
            <a:ext cx="2600325" cy="18383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3ECAB9E-1BA4-AF8B-F1F5-D12B8D1CC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554" y="3181787"/>
            <a:ext cx="2562225" cy="90487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7226E60-5EF8-5624-455D-3FEFDFFD305B}"/>
              </a:ext>
            </a:extLst>
          </p:cNvPr>
          <p:cNvSpPr txBox="1"/>
          <p:nvPr/>
        </p:nvSpPr>
        <p:spPr>
          <a:xfrm>
            <a:off x="1350633" y="5540350"/>
            <a:ext cx="1004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sharer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2D1C0BC-EDFB-A1BA-B04F-337175742DC2}"/>
              </a:ext>
            </a:extLst>
          </p:cNvPr>
          <p:cNvCxnSpPr>
            <a:cxnSpLocks/>
            <a:endCxn id="53" idx="2"/>
          </p:cNvCxnSpPr>
          <p:nvPr/>
        </p:nvCxnSpPr>
        <p:spPr>
          <a:xfrm flipH="1" flipV="1">
            <a:off x="1852886" y="5817349"/>
            <a:ext cx="483914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1DC88CE-DA4D-5B8E-F234-314A4CCAB699}"/>
              </a:ext>
            </a:extLst>
          </p:cNvPr>
          <p:cNvSpPr txBox="1"/>
          <p:nvPr/>
        </p:nvSpPr>
        <p:spPr>
          <a:xfrm>
            <a:off x="2291671" y="5544986"/>
            <a:ext cx="1294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Non-saliva sharer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DFCB4AA-6FEE-FD9D-3837-D7982193A4B5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2611220" y="5821985"/>
            <a:ext cx="327776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F622116-0FE9-122F-5DB4-7128A4F84B83}"/>
              </a:ext>
            </a:extLst>
          </p:cNvPr>
          <p:cNvSpPr txBox="1"/>
          <p:nvPr/>
        </p:nvSpPr>
        <p:spPr>
          <a:xfrm>
            <a:off x="1435024" y="6294776"/>
            <a:ext cx="2056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Sharing Left Identity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FF6A22-DE91-392A-D65D-1E07C5F6381D}"/>
              </a:ext>
            </a:extLst>
          </p:cNvPr>
          <p:cNvSpPr txBox="1"/>
          <p:nvPr/>
        </p:nvSpPr>
        <p:spPr>
          <a:xfrm>
            <a:off x="4136384" y="6268069"/>
            <a:ext cx="18646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Comforting Left Identity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E5408C-8636-C39C-D0BB-2E1CC51B4284}"/>
              </a:ext>
            </a:extLst>
          </p:cNvPr>
          <p:cNvSpPr txBox="1"/>
          <p:nvPr/>
        </p:nvSpPr>
        <p:spPr>
          <a:xfrm>
            <a:off x="3682028" y="5535714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Comforter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F809204-BF94-AC7A-2958-FF342A0FB53D}"/>
              </a:ext>
            </a:extLst>
          </p:cNvPr>
          <p:cNvCxnSpPr>
            <a:cxnSpLocks/>
            <a:endCxn id="59" idx="2"/>
          </p:cNvCxnSpPr>
          <p:nvPr/>
        </p:nvCxnSpPr>
        <p:spPr>
          <a:xfrm flipH="1" flipV="1">
            <a:off x="4094962" y="5812713"/>
            <a:ext cx="573233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5AB8F32-61AA-4989-BBC2-BC7811F97431}"/>
              </a:ext>
            </a:extLst>
          </p:cNvPr>
          <p:cNvSpPr txBox="1"/>
          <p:nvPr/>
        </p:nvSpPr>
        <p:spPr>
          <a:xfrm>
            <a:off x="4623066" y="5540350"/>
            <a:ext cx="1099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Non-comforter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92B511D-4935-5C9C-CEC9-E569D28F9635}"/>
              </a:ext>
            </a:extLst>
          </p:cNvPr>
          <p:cNvCxnSpPr>
            <a:cxnSpLocks/>
            <a:endCxn id="61" idx="2"/>
          </p:cNvCxnSpPr>
          <p:nvPr/>
        </p:nvCxnSpPr>
        <p:spPr>
          <a:xfrm flipV="1">
            <a:off x="4942615" y="5817349"/>
            <a:ext cx="230442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9B22A649-BC18-FFC8-DBC8-DF8BF8EE13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171" y="5980188"/>
            <a:ext cx="695325" cy="36195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6A3E887-2629-9CCA-0D62-F1625C9538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4775" y="6028616"/>
            <a:ext cx="571500" cy="32385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E76A560-1CE2-C80B-9EA7-7494DBF633CE}"/>
              </a:ext>
            </a:extLst>
          </p:cNvPr>
          <p:cNvSpPr txBox="1"/>
          <p:nvPr/>
        </p:nvSpPr>
        <p:spPr>
          <a:xfrm>
            <a:off x="6501829" y="5509219"/>
            <a:ext cx="1004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sharer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4C1A776-C9DE-4BEE-DD99-C99F35D04F92}"/>
              </a:ext>
            </a:extLst>
          </p:cNvPr>
          <p:cNvCxnSpPr>
            <a:cxnSpLocks/>
            <a:endCxn id="65" idx="2"/>
          </p:cNvCxnSpPr>
          <p:nvPr/>
        </p:nvCxnSpPr>
        <p:spPr>
          <a:xfrm flipH="1" flipV="1">
            <a:off x="7004082" y="5786218"/>
            <a:ext cx="483914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2E61E00-295E-A6C6-477E-A467B5C23BA9}"/>
              </a:ext>
            </a:extLst>
          </p:cNvPr>
          <p:cNvSpPr txBox="1"/>
          <p:nvPr/>
        </p:nvSpPr>
        <p:spPr>
          <a:xfrm>
            <a:off x="7442867" y="5513855"/>
            <a:ext cx="1294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Non-saliva sharer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B8128FE-939C-F301-2B20-CEC90C2427A0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7762416" y="5790854"/>
            <a:ext cx="327776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EE577E0-C22A-FF19-0232-110AD4FF50B5}"/>
              </a:ext>
            </a:extLst>
          </p:cNvPr>
          <p:cNvSpPr txBox="1"/>
          <p:nvPr/>
        </p:nvSpPr>
        <p:spPr>
          <a:xfrm>
            <a:off x="6613810" y="6275120"/>
            <a:ext cx="2149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Sharing Right Identity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EE4090-B08E-DF91-CAF9-A13473C7766A}"/>
              </a:ext>
            </a:extLst>
          </p:cNvPr>
          <p:cNvSpPr txBox="1"/>
          <p:nvPr/>
        </p:nvSpPr>
        <p:spPr>
          <a:xfrm>
            <a:off x="9287580" y="6236938"/>
            <a:ext cx="1957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Comforting Right Identity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34E31A-6D1A-F4CA-9404-CDE343A22892}"/>
              </a:ext>
            </a:extLst>
          </p:cNvPr>
          <p:cNvSpPr txBox="1"/>
          <p:nvPr/>
        </p:nvSpPr>
        <p:spPr>
          <a:xfrm>
            <a:off x="8833224" y="5504583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Comforter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B5BEF8E-1891-AC1D-534C-2EF4C53BBD2F}"/>
              </a:ext>
            </a:extLst>
          </p:cNvPr>
          <p:cNvCxnSpPr>
            <a:cxnSpLocks/>
            <a:endCxn id="71" idx="2"/>
          </p:cNvCxnSpPr>
          <p:nvPr/>
        </p:nvCxnSpPr>
        <p:spPr>
          <a:xfrm flipH="1" flipV="1">
            <a:off x="9246158" y="5781582"/>
            <a:ext cx="573233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0F11705-DB2B-1A25-5042-E051D162CBB7}"/>
              </a:ext>
            </a:extLst>
          </p:cNvPr>
          <p:cNvSpPr txBox="1"/>
          <p:nvPr/>
        </p:nvSpPr>
        <p:spPr>
          <a:xfrm>
            <a:off x="9774262" y="5509219"/>
            <a:ext cx="1099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Non-comforter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608BDEA-24F4-D4BF-12FF-3DD3494FCC0D}"/>
              </a:ext>
            </a:extLst>
          </p:cNvPr>
          <p:cNvCxnSpPr>
            <a:cxnSpLocks/>
            <a:endCxn id="73" idx="2"/>
          </p:cNvCxnSpPr>
          <p:nvPr/>
        </p:nvCxnSpPr>
        <p:spPr>
          <a:xfrm flipV="1">
            <a:off x="10093811" y="5786218"/>
            <a:ext cx="230442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C7873285-5D88-69FE-A362-2374FD60BB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0367" y="5949057"/>
            <a:ext cx="695325" cy="36195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E36D3D2B-7D0C-4495-3DD2-66DD2A443E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5971" y="5997485"/>
            <a:ext cx="571500" cy="32385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0F7DDA06-CED3-6EF0-89A2-B54D712EBC3C}"/>
              </a:ext>
            </a:extLst>
          </p:cNvPr>
          <p:cNvSpPr txBox="1"/>
          <p:nvPr/>
        </p:nvSpPr>
        <p:spPr>
          <a:xfrm>
            <a:off x="3356571" y="5178809"/>
            <a:ext cx="1420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Comforting Action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C9BD14-A52E-7958-31A5-965E6F9B2EBE}"/>
              </a:ext>
            </a:extLst>
          </p:cNvPr>
          <p:cNvSpPr txBox="1"/>
          <p:nvPr/>
        </p:nvSpPr>
        <p:spPr>
          <a:xfrm>
            <a:off x="5824624" y="5195688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Distressed Action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59DB8E6-DDE9-DFC6-7160-F335A764DEC9}"/>
              </a:ext>
            </a:extLst>
          </p:cNvPr>
          <p:cNvSpPr txBox="1"/>
          <p:nvPr/>
        </p:nvSpPr>
        <p:spPr>
          <a:xfrm>
            <a:off x="8053619" y="5187918"/>
            <a:ext cx="1612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Sharing Action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BA6F4B-B771-39FA-8EF0-145A5F93859E}"/>
              </a:ext>
            </a:extLst>
          </p:cNvPr>
          <p:cNvSpPr txBox="1"/>
          <p:nvPr/>
        </p:nvSpPr>
        <p:spPr>
          <a:xfrm>
            <a:off x="2787284" y="4510053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Comforting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6386088-B49D-72A8-F676-1124430F75F7}"/>
              </a:ext>
            </a:extLst>
          </p:cNvPr>
          <p:cNvCxnSpPr>
            <a:cxnSpLocks/>
            <a:endCxn id="80" idx="2"/>
          </p:cNvCxnSpPr>
          <p:nvPr/>
        </p:nvCxnSpPr>
        <p:spPr>
          <a:xfrm flipH="1" flipV="1">
            <a:off x="3234683" y="4787052"/>
            <a:ext cx="538768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10A337F-0AB4-F651-6F26-2B6C8F30A4C8}"/>
              </a:ext>
            </a:extLst>
          </p:cNvPr>
          <p:cNvSpPr txBox="1"/>
          <p:nvPr/>
        </p:nvSpPr>
        <p:spPr>
          <a:xfrm>
            <a:off x="3850396" y="4510053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Non-comforting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CB24C91-CADE-84D3-76CE-BC8D0DB01310}"/>
              </a:ext>
            </a:extLst>
          </p:cNvPr>
          <p:cNvCxnSpPr>
            <a:cxnSpLocks/>
          </p:cNvCxnSpPr>
          <p:nvPr/>
        </p:nvCxnSpPr>
        <p:spPr>
          <a:xfrm flipV="1">
            <a:off x="4111807" y="4798888"/>
            <a:ext cx="357079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95C1E46-C9E1-5CC8-AE30-B4462FA7B3C6}"/>
              </a:ext>
            </a:extLst>
          </p:cNvPr>
          <p:cNvSpPr txBox="1"/>
          <p:nvPr/>
        </p:nvSpPr>
        <p:spPr>
          <a:xfrm>
            <a:off x="5360746" y="4493639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Distressed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7408202-CAB8-BC44-EBB1-95A91A68ACB9}"/>
              </a:ext>
            </a:extLst>
          </p:cNvPr>
          <p:cNvCxnSpPr>
            <a:cxnSpLocks/>
            <a:endCxn id="84" idx="2"/>
          </p:cNvCxnSpPr>
          <p:nvPr/>
        </p:nvCxnSpPr>
        <p:spPr>
          <a:xfrm flipH="1" flipV="1">
            <a:off x="5773680" y="4770638"/>
            <a:ext cx="573233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0DDB3B0-4AA2-0102-8AFF-B5F0223ACB0A}"/>
              </a:ext>
            </a:extLst>
          </p:cNvPr>
          <p:cNvSpPr txBox="1"/>
          <p:nvPr/>
        </p:nvSpPr>
        <p:spPr>
          <a:xfrm>
            <a:off x="6423858" y="4493639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Non-distressed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D04C290-2D40-7E1B-A5BE-A8425B7D9F63}"/>
              </a:ext>
            </a:extLst>
          </p:cNvPr>
          <p:cNvCxnSpPr>
            <a:cxnSpLocks/>
          </p:cNvCxnSpPr>
          <p:nvPr/>
        </p:nvCxnSpPr>
        <p:spPr>
          <a:xfrm flipV="1">
            <a:off x="6609066" y="4782474"/>
            <a:ext cx="357079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E97A8E2-9CC7-3C5C-07D5-BA267A94660E}"/>
              </a:ext>
            </a:extLst>
          </p:cNvPr>
          <p:cNvSpPr txBox="1"/>
          <p:nvPr/>
        </p:nvSpPr>
        <p:spPr>
          <a:xfrm>
            <a:off x="7700646" y="4493639"/>
            <a:ext cx="1079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Saliva sharing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2E8B3C7-70A4-339E-EA79-4C49B7152915}"/>
              </a:ext>
            </a:extLst>
          </p:cNvPr>
          <p:cNvCxnSpPr>
            <a:cxnSpLocks/>
            <a:endCxn id="88" idx="2"/>
          </p:cNvCxnSpPr>
          <p:nvPr/>
        </p:nvCxnSpPr>
        <p:spPr>
          <a:xfrm flipH="1" flipV="1">
            <a:off x="8240217" y="4770638"/>
            <a:ext cx="446596" cy="15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DBE7AD65-81E2-5BE2-F236-AEC28E81ABAB}"/>
              </a:ext>
            </a:extLst>
          </p:cNvPr>
          <p:cNvSpPr txBox="1"/>
          <p:nvPr/>
        </p:nvSpPr>
        <p:spPr>
          <a:xfrm>
            <a:off x="8763758" y="4493639"/>
            <a:ext cx="1369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Non-saliva sharing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D524F6B-ECC3-ABC4-5465-8177A0AB9D0F}"/>
              </a:ext>
            </a:extLst>
          </p:cNvPr>
          <p:cNvCxnSpPr>
            <a:cxnSpLocks/>
          </p:cNvCxnSpPr>
          <p:nvPr/>
        </p:nvCxnSpPr>
        <p:spPr>
          <a:xfrm flipV="1">
            <a:off x="9025169" y="4782474"/>
            <a:ext cx="357079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85C788AB-AEEA-53C1-BC94-11BF3C7658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5880" y="4969570"/>
            <a:ext cx="533400" cy="26670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1A043194-E27A-41A2-3ECE-9BBDEFA1BF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3627" y="4954016"/>
            <a:ext cx="533400" cy="2667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0DD42C1F-2C52-557A-2A11-92C539D79C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4421" y="4963524"/>
            <a:ext cx="514350" cy="25717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22FEDAB9-DAAB-04AE-72DB-783219EA42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3214" y="1997088"/>
            <a:ext cx="523875" cy="27622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752903E4-1E8E-F0AF-1CF5-3C693462FE7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80504" y="1987562"/>
            <a:ext cx="523875" cy="29527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3A73D0C7-189C-05F6-F528-027AFA4F522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2568" y="2020127"/>
            <a:ext cx="533400" cy="29527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EDFE8290-570A-686F-B31A-5F886E990B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8736" y="2024889"/>
            <a:ext cx="542925" cy="28575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11ECB500-A74A-3FD0-1B0A-C28331CF03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26534" y="2488350"/>
            <a:ext cx="561975" cy="295275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B5EB6E19-3283-8510-0170-FE696EAE2F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06527" y="2451762"/>
            <a:ext cx="542925" cy="314325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71FCDDB7-CB18-F55C-7B03-7427E1A8D24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04418" y="2438724"/>
            <a:ext cx="514350" cy="295275"/>
          </a:xfrm>
          <a:prstGeom prst="rect">
            <a:avLst/>
          </a:prstGeom>
        </p:spPr>
      </p:pic>
      <p:sp>
        <p:nvSpPr>
          <p:cNvPr id="116" name="Rectangle 115">
            <a:extLst>
              <a:ext uri="{FF2B5EF4-FFF2-40B4-BE49-F238E27FC236}">
                <a16:creationId xmlns:a16="http://schemas.microsoft.com/office/drawing/2014/main" id="{FEB763B5-940D-AA33-AE83-1E7B0D35363B}"/>
              </a:ext>
            </a:extLst>
          </p:cNvPr>
          <p:cNvSpPr/>
          <p:nvPr/>
        </p:nvSpPr>
        <p:spPr>
          <a:xfrm>
            <a:off x="1659467" y="102182"/>
            <a:ext cx="8616225" cy="2726854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C357858-8A37-EB33-6766-53A921C548B1}"/>
              </a:ext>
            </a:extLst>
          </p:cNvPr>
          <p:cNvSpPr/>
          <p:nvPr/>
        </p:nvSpPr>
        <p:spPr>
          <a:xfrm>
            <a:off x="1215675" y="4490363"/>
            <a:ext cx="10118369" cy="3978581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40D0C10-F08F-444E-4EA7-2FEB43E6490E}"/>
              </a:ext>
            </a:extLst>
          </p:cNvPr>
          <p:cNvCxnSpPr>
            <a:cxnSpLocks/>
          </p:cNvCxnSpPr>
          <p:nvPr/>
        </p:nvCxnSpPr>
        <p:spPr>
          <a:xfrm flipV="1">
            <a:off x="6025265" y="2892076"/>
            <a:ext cx="0" cy="3419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857FE23-0FDD-1908-D207-8052A62B64EE}"/>
              </a:ext>
            </a:extLst>
          </p:cNvPr>
          <p:cNvSpPr/>
          <p:nvPr/>
        </p:nvSpPr>
        <p:spPr>
          <a:xfrm>
            <a:off x="3200400" y="1657350"/>
            <a:ext cx="1631950" cy="2781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650E61-BB41-FFEB-2215-967B0A3ACC0F}"/>
              </a:ext>
            </a:extLst>
          </p:cNvPr>
          <p:cNvSpPr/>
          <p:nvPr/>
        </p:nvSpPr>
        <p:spPr>
          <a:xfrm>
            <a:off x="4668195" y="126893"/>
            <a:ext cx="1631950" cy="16086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37C43-19F9-956D-B1EF-4543BA93F21B}"/>
              </a:ext>
            </a:extLst>
          </p:cNvPr>
          <p:cNvSpPr/>
          <p:nvPr/>
        </p:nvSpPr>
        <p:spPr>
          <a:xfrm>
            <a:off x="1819185" y="161140"/>
            <a:ext cx="364496" cy="16086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0DFBC1-2920-56CA-BB9D-12E7839BBB28}"/>
              </a:ext>
            </a:extLst>
          </p:cNvPr>
          <p:cNvSpPr/>
          <p:nvPr/>
        </p:nvSpPr>
        <p:spPr>
          <a:xfrm>
            <a:off x="1793093" y="1891169"/>
            <a:ext cx="1631950" cy="83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829D49-5EFB-7450-78D4-57C9B398F520}"/>
              </a:ext>
            </a:extLst>
          </p:cNvPr>
          <p:cNvSpPr/>
          <p:nvPr/>
        </p:nvSpPr>
        <p:spPr>
          <a:xfrm>
            <a:off x="1938362" y="1145625"/>
            <a:ext cx="250588" cy="748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04CF51-8940-95AC-6222-7B32DAF375EA}"/>
              </a:ext>
            </a:extLst>
          </p:cNvPr>
          <p:cNvSpPr/>
          <p:nvPr/>
        </p:nvSpPr>
        <p:spPr>
          <a:xfrm>
            <a:off x="3981091" y="1891169"/>
            <a:ext cx="949809" cy="112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FD2435-E2BC-71B4-8667-5C95A2C8B25A}"/>
              </a:ext>
            </a:extLst>
          </p:cNvPr>
          <p:cNvSpPr/>
          <p:nvPr/>
        </p:nvSpPr>
        <p:spPr>
          <a:xfrm>
            <a:off x="3856746" y="1986054"/>
            <a:ext cx="340404" cy="3531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E97143-693F-F960-EAC9-99588421511B}"/>
              </a:ext>
            </a:extLst>
          </p:cNvPr>
          <p:cNvSpPr/>
          <p:nvPr/>
        </p:nvSpPr>
        <p:spPr>
          <a:xfrm>
            <a:off x="4209280" y="2263557"/>
            <a:ext cx="561974" cy="2417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B6453B-52D3-2CC4-0FF3-773D23485FD4}"/>
              </a:ext>
            </a:extLst>
          </p:cNvPr>
          <p:cNvSpPr/>
          <p:nvPr/>
        </p:nvSpPr>
        <p:spPr>
          <a:xfrm>
            <a:off x="3675880" y="2280190"/>
            <a:ext cx="561974" cy="218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F1775-AEB3-A4E0-4F39-9263E5DACE7E}"/>
              </a:ext>
            </a:extLst>
          </p:cNvPr>
          <p:cNvSpPr/>
          <p:nvPr/>
        </p:nvSpPr>
        <p:spPr>
          <a:xfrm>
            <a:off x="4253530" y="2480640"/>
            <a:ext cx="561974" cy="309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2DED5A-EF69-4C4C-CD49-54C41BF87CC7}"/>
              </a:ext>
            </a:extLst>
          </p:cNvPr>
          <p:cNvSpPr/>
          <p:nvPr/>
        </p:nvSpPr>
        <p:spPr>
          <a:xfrm>
            <a:off x="3180781" y="2441940"/>
            <a:ext cx="561974" cy="309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B0DDD1-3365-2BC8-6E3A-C61D93DA4076}"/>
              </a:ext>
            </a:extLst>
          </p:cNvPr>
          <p:cNvSpPr/>
          <p:nvPr/>
        </p:nvSpPr>
        <p:spPr>
          <a:xfrm>
            <a:off x="3669431" y="2759435"/>
            <a:ext cx="669732" cy="461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20E0EC-B18E-6BA6-7AC4-AC4A389AD354}"/>
              </a:ext>
            </a:extLst>
          </p:cNvPr>
          <p:cNvSpPr/>
          <p:nvPr/>
        </p:nvSpPr>
        <p:spPr>
          <a:xfrm>
            <a:off x="5523848" y="2307322"/>
            <a:ext cx="1631950" cy="159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E828C7-E462-B24B-C59F-C3C7203DBC5A}"/>
              </a:ext>
            </a:extLst>
          </p:cNvPr>
          <p:cNvSpPr/>
          <p:nvPr/>
        </p:nvSpPr>
        <p:spPr>
          <a:xfrm>
            <a:off x="6721627" y="2286542"/>
            <a:ext cx="1631950" cy="5126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0EC28D-B55D-9396-0205-2C43F016E490}"/>
              </a:ext>
            </a:extLst>
          </p:cNvPr>
          <p:cNvSpPr/>
          <p:nvPr/>
        </p:nvSpPr>
        <p:spPr>
          <a:xfrm>
            <a:off x="4589046" y="2433760"/>
            <a:ext cx="1631950" cy="337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DFEEC6-1831-372E-9FFE-6F198D24A272}"/>
              </a:ext>
            </a:extLst>
          </p:cNvPr>
          <p:cNvSpPr/>
          <p:nvPr/>
        </p:nvSpPr>
        <p:spPr>
          <a:xfrm>
            <a:off x="5724018" y="2733056"/>
            <a:ext cx="163195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497479-F4D3-B7C7-3266-A06D0E2EF2C7}"/>
              </a:ext>
            </a:extLst>
          </p:cNvPr>
          <p:cNvSpPr/>
          <p:nvPr/>
        </p:nvSpPr>
        <p:spPr>
          <a:xfrm>
            <a:off x="7315779" y="2002716"/>
            <a:ext cx="1709390" cy="2915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FABB38-D7C6-6EC0-9A05-173415DA29B4}"/>
              </a:ext>
            </a:extLst>
          </p:cNvPr>
          <p:cNvSpPr/>
          <p:nvPr/>
        </p:nvSpPr>
        <p:spPr>
          <a:xfrm>
            <a:off x="7355968" y="1989423"/>
            <a:ext cx="1709390" cy="2915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93DEB7-17BF-BF2C-FD7B-7B7C0F1BFC60}"/>
              </a:ext>
            </a:extLst>
          </p:cNvPr>
          <p:cNvSpPr/>
          <p:nvPr/>
        </p:nvSpPr>
        <p:spPr>
          <a:xfrm>
            <a:off x="8015518" y="1691817"/>
            <a:ext cx="1896831" cy="3253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1B7CB3-B9D7-47AA-13B5-43C51762CBDE}"/>
              </a:ext>
            </a:extLst>
          </p:cNvPr>
          <p:cNvSpPr/>
          <p:nvPr/>
        </p:nvSpPr>
        <p:spPr>
          <a:xfrm>
            <a:off x="9492286" y="121195"/>
            <a:ext cx="601525" cy="17007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7690D8-09CF-3676-DA47-39E0BE82398A}"/>
              </a:ext>
            </a:extLst>
          </p:cNvPr>
          <p:cNvSpPr/>
          <p:nvPr/>
        </p:nvSpPr>
        <p:spPr>
          <a:xfrm>
            <a:off x="6412316" y="128611"/>
            <a:ext cx="601525" cy="1882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CCF6F8-4012-F12C-4025-8E5C4CE08179}"/>
              </a:ext>
            </a:extLst>
          </p:cNvPr>
          <p:cNvSpPr/>
          <p:nvPr/>
        </p:nvSpPr>
        <p:spPr>
          <a:xfrm>
            <a:off x="6576083" y="1922350"/>
            <a:ext cx="1727049" cy="104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61230A-2B47-E64F-EC0A-772F81AAACA8}"/>
              </a:ext>
            </a:extLst>
          </p:cNvPr>
          <p:cNvSpPr/>
          <p:nvPr/>
        </p:nvSpPr>
        <p:spPr>
          <a:xfrm>
            <a:off x="6227469" y="459489"/>
            <a:ext cx="601525" cy="18825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3DDCD4-99DF-12D0-3FDC-47A66553E910}"/>
              </a:ext>
            </a:extLst>
          </p:cNvPr>
          <p:cNvSpPr/>
          <p:nvPr/>
        </p:nvSpPr>
        <p:spPr>
          <a:xfrm>
            <a:off x="8791255" y="2265697"/>
            <a:ext cx="1046475" cy="186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36D358-BADB-74CB-417B-F3C25F6D2634}"/>
              </a:ext>
            </a:extLst>
          </p:cNvPr>
          <p:cNvSpPr/>
          <p:nvPr/>
        </p:nvSpPr>
        <p:spPr>
          <a:xfrm>
            <a:off x="8214279" y="2273674"/>
            <a:ext cx="1046475" cy="186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8043B3-35BE-9820-54C0-C13FC3FC8DFA}"/>
              </a:ext>
            </a:extLst>
          </p:cNvPr>
          <p:cNvSpPr/>
          <p:nvPr/>
        </p:nvSpPr>
        <p:spPr>
          <a:xfrm>
            <a:off x="9552975" y="1935530"/>
            <a:ext cx="580069" cy="313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2BD8C2-F854-4504-3139-878697D3BC6F}"/>
              </a:ext>
            </a:extLst>
          </p:cNvPr>
          <p:cNvSpPr/>
          <p:nvPr/>
        </p:nvSpPr>
        <p:spPr>
          <a:xfrm>
            <a:off x="8578642" y="2711903"/>
            <a:ext cx="580069" cy="86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AD5D1F-BD7D-B039-C093-AC86017847FD}"/>
              </a:ext>
            </a:extLst>
          </p:cNvPr>
          <p:cNvSpPr/>
          <p:nvPr/>
        </p:nvSpPr>
        <p:spPr>
          <a:xfrm>
            <a:off x="9107192" y="2451762"/>
            <a:ext cx="580069" cy="262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9ADDF5-33B3-3DA2-E8AD-AF9B19A5D7D0}"/>
              </a:ext>
            </a:extLst>
          </p:cNvPr>
          <p:cNvSpPr/>
          <p:nvPr/>
        </p:nvSpPr>
        <p:spPr>
          <a:xfrm>
            <a:off x="5019164" y="5959819"/>
            <a:ext cx="934006" cy="382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A15678-7D79-75D7-0863-C9BAB5F808CF}"/>
              </a:ext>
            </a:extLst>
          </p:cNvPr>
          <p:cNvSpPr/>
          <p:nvPr/>
        </p:nvSpPr>
        <p:spPr>
          <a:xfrm>
            <a:off x="3576521" y="5959271"/>
            <a:ext cx="934006" cy="3823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4CD9D6-D4AD-85C0-DFA1-E0A3244C4CD5}"/>
              </a:ext>
            </a:extLst>
          </p:cNvPr>
          <p:cNvSpPr/>
          <p:nvPr/>
        </p:nvSpPr>
        <p:spPr>
          <a:xfrm>
            <a:off x="4400747" y="5990155"/>
            <a:ext cx="93400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220F34-D730-417D-0C6B-2ACC09702855}"/>
              </a:ext>
            </a:extLst>
          </p:cNvPr>
          <p:cNvSpPr/>
          <p:nvPr/>
        </p:nvSpPr>
        <p:spPr>
          <a:xfrm>
            <a:off x="4270263" y="6268180"/>
            <a:ext cx="934006" cy="625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844D78-1E3C-2554-D9A4-94A734DC2656}"/>
              </a:ext>
            </a:extLst>
          </p:cNvPr>
          <p:cNvSpPr/>
          <p:nvPr/>
        </p:nvSpPr>
        <p:spPr>
          <a:xfrm>
            <a:off x="1608373" y="6028616"/>
            <a:ext cx="571500" cy="3261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30BA03-7EA2-B8A6-95C5-0749CB023EEC}"/>
              </a:ext>
            </a:extLst>
          </p:cNvPr>
          <p:cNvSpPr/>
          <p:nvPr/>
        </p:nvSpPr>
        <p:spPr>
          <a:xfrm>
            <a:off x="2203608" y="6000940"/>
            <a:ext cx="571500" cy="572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5F8E40-64CE-18B9-FD32-5C7FFE48E099}"/>
              </a:ext>
            </a:extLst>
          </p:cNvPr>
          <p:cNvSpPr/>
          <p:nvPr/>
        </p:nvSpPr>
        <p:spPr>
          <a:xfrm>
            <a:off x="2166683" y="6323857"/>
            <a:ext cx="571500" cy="572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4401E6-A459-C4C3-72A9-9EFAA9F5ECD8}"/>
              </a:ext>
            </a:extLst>
          </p:cNvPr>
          <p:cNvSpPr/>
          <p:nvPr/>
        </p:nvSpPr>
        <p:spPr>
          <a:xfrm>
            <a:off x="2684386" y="6052539"/>
            <a:ext cx="57150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FF7141-2874-4C02-F2D9-C064D725EC43}"/>
              </a:ext>
            </a:extLst>
          </p:cNvPr>
          <p:cNvSpPr/>
          <p:nvPr/>
        </p:nvSpPr>
        <p:spPr>
          <a:xfrm>
            <a:off x="6579370" y="6006573"/>
            <a:ext cx="740891" cy="305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DC252D-4424-DEAA-FD31-B9BF6FDBD8CD}"/>
              </a:ext>
            </a:extLst>
          </p:cNvPr>
          <p:cNvSpPr/>
          <p:nvPr/>
        </p:nvSpPr>
        <p:spPr>
          <a:xfrm>
            <a:off x="7222528" y="5990469"/>
            <a:ext cx="791838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80205A-8776-344C-A323-7DA9D1DEDC2C}"/>
              </a:ext>
            </a:extLst>
          </p:cNvPr>
          <p:cNvSpPr/>
          <p:nvPr/>
        </p:nvSpPr>
        <p:spPr>
          <a:xfrm>
            <a:off x="7842538" y="5997485"/>
            <a:ext cx="791838" cy="305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F0AA43-FF3C-D0B1-F32E-5FF314CCF209}"/>
              </a:ext>
            </a:extLst>
          </p:cNvPr>
          <p:cNvSpPr/>
          <p:nvPr/>
        </p:nvSpPr>
        <p:spPr>
          <a:xfrm>
            <a:off x="7216867" y="6293635"/>
            <a:ext cx="791838" cy="48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9F5A5A5-A6B8-9A08-A639-1A7BDF17DEB2}"/>
              </a:ext>
            </a:extLst>
          </p:cNvPr>
          <p:cNvSpPr/>
          <p:nvPr/>
        </p:nvSpPr>
        <p:spPr>
          <a:xfrm>
            <a:off x="10182300" y="5975523"/>
            <a:ext cx="886612" cy="3253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4A9C004-98FA-AD03-6B2C-30B8941FC3E9}"/>
              </a:ext>
            </a:extLst>
          </p:cNvPr>
          <p:cNvSpPr/>
          <p:nvPr/>
        </p:nvSpPr>
        <p:spPr>
          <a:xfrm>
            <a:off x="8772970" y="5957690"/>
            <a:ext cx="886612" cy="346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D4E7F3-92DF-FD3B-5203-62AF4B19BDF3}"/>
              </a:ext>
            </a:extLst>
          </p:cNvPr>
          <p:cNvSpPr/>
          <p:nvPr/>
        </p:nvSpPr>
        <p:spPr>
          <a:xfrm>
            <a:off x="9538489" y="5953427"/>
            <a:ext cx="886612" cy="45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7F74D71-F990-89C8-DE8A-670A09277023}"/>
              </a:ext>
            </a:extLst>
          </p:cNvPr>
          <p:cNvSpPr/>
          <p:nvPr/>
        </p:nvSpPr>
        <p:spPr>
          <a:xfrm>
            <a:off x="9580367" y="6250898"/>
            <a:ext cx="886612" cy="678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923147C-3BEA-D963-99DE-3D9E1558D217}"/>
              </a:ext>
            </a:extLst>
          </p:cNvPr>
          <p:cNvSpPr/>
          <p:nvPr/>
        </p:nvSpPr>
        <p:spPr>
          <a:xfrm>
            <a:off x="4219550" y="4961727"/>
            <a:ext cx="886612" cy="301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7136548-A1FF-6F6D-97B1-C93D41B1D100}"/>
              </a:ext>
            </a:extLst>
          </p:cNvPr>
          <p:cNvSpPr/>
          <p:nvPr/>
        </p:nvSpPr>
        <p:spPr>
          <a:xfrm>
            <a:off x="2801869" y="4951953"/>
            <a:ext cx="886612" cy="301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C175D78-683C-B243-849F-3C4A2059F6B1}"/>
              </a:ext>
            </a:extLst>
          </p:cNvPr>
          <p:cNvSpPr/>
          <p:nvPr/>
        </p:nvSpPr>
        <p:spPr>
          <a:xfrm>
            <a:off x="1562769" y="6628932"/>
            <a:ext cx="886612" cy="18141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789BA6D-F638-27F6-0F4F-4A3330053053}"/>
              </a:ext>
            </a:extLst>
          </p:cNvPr>
          <p:cNvSpPr/>
          <p:nvPr/>
        </p:nvSpPr>
        <p:spPr>
          <a:xfrm>
            <a:off x="4932440" y="6627848"/>
            <a:ext cx="886612" cy="18141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04D8F62-9BA8-3C6E-3D65-2019659C3591}"/>
              </a:ext>
            </a:extLst>
          </p:cNvPr>
          <p:cNvSpPr/>
          <p:nvPr/>
        </p:nvSpPr>
        <p:spPr>
          <a:xfrm>
            <a:off x="2437256" y="6568113"/>
            <a:ext cx="2505359" cy="107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A3C8973-3331-CC09-4832-7A2054C4D760}"/>
              </a:ext>
            </a:extLst>
          </p:cNvPr>
          <p:cNvSpPr/>
          <p:nvPr/>
        </p:nvSpPr>
        <p:spPr>
          <a:xfrm>
            <a:off x="7571721" y="6577038"/>
            <a:ext cx="2772429" cy="99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40AA07-1307-66C9-A17E-800A183E0B87}"/>
              </a:ext>
            </a:extLst>
          </p:cNvPr>
          <p:cNvSpPr/>
          <p:nvPr/>
        </p:nvSpPr>
        <p:spPr>
          <a:xfrm>
            <a:off x="10048097" y="6625649"/>
            <a:ext cx="886612" cy="18141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210C72E-0C1F-5220-9825-24F24D694E8F}"/>
              </a:ext>
            </a:extLst>
          </p:cNvPr>
          <p:cNvSpPr/>
          <p:nvPr/>
        </p:nvSpPr>
        <p:spPr>
          <a:xfrm>
            <a:off x="3471292" y="8181652"/>
            <a:ext cx="1995745" cy="1914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C32B0F5-2506-D2CD-C247-4388B21C7593}"/>
              </a:ext>
            </a:extLst>
          </p:cNvPr>
          <p:cNvSpPr/>
          <p:nvPr/>
        </p:nvSpPr>
        <p:spPr>
          <a:xfrm>
            <a:off x="3470749" y="8330744"/>
            <a:ext cx="2505359" cy="107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1173E00-8C60-D863-0456-A32B9397B6B0}"/>
              </a:ext>
            </a:extLst>
          </p:cNvPr>
          <p:cNvSpPr/>
          <p:nvPr/>
        </p:nvSpPr>
        <p:spPr>
          <a:xfrm>
            <a:off x="8591291" y="8181256"/>
            <a:ext cx="1995745" cy="1914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D882FDF-564A-C447-8D84-63A6AED480E8}"/>
              </a:ext>
            </a:extLst>
          </p:cNvPr>
          <p:cNvSpPr/>
          <p:nvPr/>
        </p:nvSpPr>
        <p:spPr>
          <a:xfrm>
            <a:off x="8590748" y="8330348"/>
            <a:ext cx="2505359" cy="107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38754A5-D3E0-6F2E-51D1-5E70BF55130B}"/>
              </a:ext>
            </a:extLst>
          </p:cNvPr>
          <p:cNvSpPr txBox="1"/>
          <p:nvPr/>
        </p:nvSpPr>
        <p:spPr>
          <a:xfrm>
            <a:off x="8686813" y="8149889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Right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792B23D-FE56-B089-F711-80400D6E9623}"/>
              </a:ext>
            </a:extLst>
          </p:cNvPr>
          <p:cNvSpPr txBox="1"/>
          <p:nvPr/>
        </p:nvSpPr>
        <p:spPr>
          <a:xfrm>
            <a:off x="3534015" y="8163215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Left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F248050-857A-5FDA-0B09-0233668C45F1}"/>
              </a:ext>
            </a:extLst>
          </p:cNvPr>
          <p:cNvSpPr/>
          <p:nvPr/>
        </p:nvSpPr>
        <p:spPr>
          <a:xfrm>
            <a:off x="6083927" y="3148665"/>
            <a:ext cx="2772429" cy="74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864636E-62D8-6461-52CA-CE4C2139A731}"/>
              </a:ext>
            </a:extLst>
          </p:cNvPr>
          <p:cNvSpPr/>
          <p:nvPr/>
        </p:nvSpPr>
        <p:spPr>
          <a:xfrm>
            <a:off x="3192287" y="3185638"/>
            <a:ext cx="2772429" cy="461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53A7F34-C2C4-E62A-BD8B-F1AB12570F0E}"/>
              </a:ext>
            </a:extLst>
          </p:cNvPr>
          <p:cNvSpPr/>
          <p:nvPr/>
        </p:nvSpPr>
        <p:spPr>
          <a:xfrm>
            <a:off x="4663692" y="3987695"/>
            <a:ext cx="2772429" cy="245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A4F2D79-205F-4E36-4A87-CDB36396323A}"/>
              </a:ext>
            </a:extLst>
          </p:cNvPr>
          <p:cNvSpPr/>
          <p:nvPr/>
        </p:nvSpPr>
        <p:spPr>
          <a:xfrm>
            <a:off x="7268916" y="3202927"/>
            <a:ext cx="2772429" cy="8246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164BE1-476A-D21E-756E-559935D2F03C}"/>
              </a:ext>
            </a:extLst>
          </p:cNvPr>
          <p:cNvSpPr/>
          <p:nvPr/>
        </p:nvSpPr>
        <p:spPr>
          <a:xfrm>
            <a:off x="4134667" y="3201927"/>
            <a:ext cx="662055" cy="8246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927C2AB-1B73-632A-06D0-FA0DC592E6B8}"/>
              </a:ext>
            </a:extLst>
          </p:cNvPr>
          <p:cNvCxnSpPr>
            <a:cxnSpLocks/>
          </p:cNvCxnSpPr>
          <p:nvPr/>
        </p:nvCxnSpPr>
        <p:spPr>
          <a:xfrm flipV="1">
            <a:off x="6042338" y="3979817"/>
            <a:ext cx="0" cy="5105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3690022-CC45-42E5-D063-729A4CB9813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29679" y="6948769"/>
            <a:ext cx="1276350" cy="28575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CD42A38-43EE-C260-458F-40BC4E0A978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20408" y="1511373"/>
            <a:ext cx="1247775" cy="276225"/>
          </a:xfrm>
          <a:prstGeom prst="rect">
            <a:avLst/>
          </a:prstGeom>
        </p:spPr>
      </p:pic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AC56F0D-5FD0-C5B6-7F4F-01DE178B80CA}"/>
              </a:ext>
            </a:extLst>
          </p:cNvPr>
          <p:cNvCxnSpPr>
            <a:cxnSpLocks/>
          </p:cNvCxnSpPr>
          <p:nvPr/>
        </p:nvCxnSpPr>
        <p:spPr>
          <a:xfrm flipV="1">
            <a:off x="5857871" y="6786590"/>
            <a:ext cx="357079" cy="155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1B64EA5D-060C-F02B-492E-34C4D2AD64BC}"/>
              </a:ext>
            </a:extLst>
          </p:cNvPr>
          <p:cNvSpPr txBox="1"/>
          <p:nvPr/>
        </p:nvSpPr>
        <p:spPr>
          <a:xfrm>
            <a:off x="5797901" y="6545068"/>
            <a:ext cx="930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item 1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2E094AF-008E-2D9E-9743-4D0C36735215}"/>
              </a:ext>
            </a:extLst>
          </p:cNvPr>
          <p:cNvCxnSpPr>
            <a:cxnSpLocks/>
          </p:cNvCxnSpPr>
          <p:nvPr/>
        </p:nvCxnSpPr>
        <p:spPr>
          <a:xfrm flipH="1">
            <a:off x="2001433" y="6836237"/>
            <a:ext cx="785851" cy="333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30320B38-64C1-D66D-C05E-5F7E9C1D3D90}"/>
              </a:ext>
            </a:extLst>
          </p:cNvPr>
          <p:cNvSpPr txBox="1"/>
          <p:nvPr/>
        </p:nvSpPr>
        <p:spPr>
          <a:xfrm>
            <a:off x="1600701" y="7162551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2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C30E297D-C23E-BBBC-BF03-D64FA72545CB}"/>
              </a:ext>
            </a:extLst>
          </p:cNvPr>
          <p:cNvCxnSpPr>
            <a:cxnSpLocks/>
          </p:cNvCxnSpPr>
          <p:nvPr/>
        </p:nvCxnSpPr>
        <p:spPr>
          <a:xfrm flipH="1">
            <a:off x="7178795" y="7114010"/>
            <a:ext cx="785851" cy="333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A867ABA2-FC4E-B213-C7FE-192BC40C716B}"/>
              </a:ext>
            </a:extLst>
          </p:cNvPr>
          <p:cNvSpPr txBox="1"/>
          <p:nvPr/>
        </p:nvSpPr>
        <p:spPr>
          <a:xfrm>
            <a:off x="6674953" y="7447545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12</a:t>
            </a:r>
          </a:p>
        </p:txBody>
      </p:sp>
    </p:spTree>
    <p:extLst>
      <p:ext uri="{BB962C8B-B14F-4D97-AF65-F5344CB8AC3E}">
        <p14:creationId xmlns:p14="http://schemas.microsoft.com/office/powerpoint/2010/main" val="141508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107</Words>
  <Application>Microsoft Office PowerPoint</Application>
  <PresentationFormat>Custom</PresentationFormat>
  <Paragraphs>51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9</cp:revision>
  <dcterms:created xsi:type="dcterms:W3CDTF">2025-09-16T21:02:49Z</dcterms:created>
  <dcterms:modified xsi:type="dcterms:W3CDTF">2025-10-24T20:50:19Z</dcterms:modified>
</cp:coreProperties>
</file>